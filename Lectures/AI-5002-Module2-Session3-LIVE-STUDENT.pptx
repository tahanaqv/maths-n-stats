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0" y="-2743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OF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Orthogonality &amp; Projection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rigor — one question, asked at three scales: a number, a line, then a whole subspace.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flex time — the one session this module doesn't compress.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Three Scales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Session 1 &amp; 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measured a vector's size. Independence tested whether a vector added anything new. Today's question needs both: what does it mean for two directions to carry zero overlapping information?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52160" y="14630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at three scales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(the dot product) → a line (project onto one direction) → a whole subspace (project onto many at once). Same question, same answer, bigger stage each time.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throughline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You Already Use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all used the word “orthogonal” in a software context before — orthogonal design, decoupled modules, independent concerns. What did you mean by it there?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about to define the exact same idea mathematically — same intuition, not a coincidence of shared vocabulary.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— anchor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Dot Product, Two Ways</a:t>
            </a:r>
            <a:endParaRPr lang="en-US" sz="2700" dirty="0"/>
          </a:p>
        </p:txBody>
      </p:sp>
      <p:pic>
        <p:nvPicPr>
          <p:cNvPr id="4" name="Image 0" descr="img_dotprod_posi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97280"/>
            <a:ext cx="42976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97280"/>
            <a:ext cx="58521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258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Algebraic: u·w = Σuᵢwᵢ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Geometric: u·w = ‖u‖‖w‖cosθ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u=(3,1), w=(1,2): u·w = 3(1)+1(2) = 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5852160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2044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90° makes cosθ = 0, so u·w = 0 exactly when u and w are perpendicular — this defines orthogonality algebraically, no angle needed.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— the reveal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Similarity, Actually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twice in Session 1 as a promise. Here's the actual derivation, not a third mention.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the geometric form: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cosθ = (u·w) / (‖u‖‖w‖)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isn't decorative — this literally is the cosine of the angle between the two vectors, nothing added.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52160" y="14630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A=(4,4,1,2), User D=(5,4,3,2) — the hook's own data: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A·D=43, ‖A‖≈6.08, ‖D‖≈7.35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cosθ = 43/44.7 ≈ 0.96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1 — nearly the same direction, i.e. very similar taste profile.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0424160" cy="2468880"/>
          </a:xfrm>
          <a:prstGeom prst="roundRect">
            <a:avLst>
              <a:gd name="adj" fmla="val 3704"/>
            </a:avLst>
          </a:prstGeom>
          <a:solidFill>
            <a:srgbClr val="FCEFD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31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−1 (opposite) → 0 (orthogonal) → 1 (same direction).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Session 1 blurred past: the raw dot product still depends on magnitude — a user who rates everything a 5 gets a bigger dot product with almost anyone, regardless of actual taste match. Cosine similarity divides that out deliberately, comparing direction only — which is why production recommender and embedding-search systems overwhelmingly use cosine similarity specifically, not the raw dot product.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— cosine similarity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Diagnostic Itself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(1, 3), w = (2, −1). u·w = 1(2) + 3(−1) = −1.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u·w is negative here. Does that mean u and w point exactly opposite — 180° apart — or could the angle be something else?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 of wrong answers on the diagnostic picked “exactly opposite.” Guess before the reveal.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— guess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Is a Region, Not a Point</a:t>
            </a:r>
            <a:endParaRPr lang="en-US" sz="2600" dirty="0"/>
          </a:p>
        </p:txBody>
      </p:sp>
      <p:pic>
        <p:nvPicPr>
          <p:cNvPr id="4" name="Image 0" descr="img_dotprod_negative_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493776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8872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417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90° is the boundary, not a landmark to compare against.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cosθ &lt; 0 for the entire range from 90° to 180°. “Negative” only narrows it to “more than 90°, somewhere.” Exactly opposite (180°) is one specific, extreme case inside that range — not what negative means in general.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this session's u=(3,1),w=(1,2) → u·w=5, positive, so &lt;90°. Same test, opposite sign.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— the fix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Closest Point?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a line through the origin, direction a. Here's a point b, off the line.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Where's the closest point to b that's actually on the line through a?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board. Then: what property must the leftover piece — b minus whatever point you picked — have, for that point to truly be closest?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— guess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Derived, Not Handed Down</a:t>
            </a:r>
            <a:endParaRPr lang="en-US" sz="2500" dirty="0"/>
          </a:p>
        </p:txBody>
      </p:sp>
      <p:pic>
        <p:nvPicPr>
          <p:cNvPr id="4" name="Image 0" descr="img_projection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420624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914400"/>
            <a:ext cx="5943600" cy="45720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0972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Perpendicularity is the stopping condition: (b − c·a)·a = 0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Expand: b·a − c(a·a) = 0  →  c = (a·b)/(a·a)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proj_a(b) = ((a·b)/(a·a))·a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a=(3,1), b=(2,4): a·b=10, a·a=10, c=1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projection=(3,1), residual=(−1,3)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Check: residual·a = −3+3 = 0 ✓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43434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that catches almost every mistake: always verify residual·a = 0.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— the derivation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Level Up — A Case You Can Check by Hand</a:t>
            </a:r>
            <a:endParaRPr lang="en-US" sz="2400" dirty="0"/>
          </a:p>
        </p:txBody>
      </p:sp>
      <p:pic>
        <p:nvPicPr>
          <p:cNvPr id="4" name="Image 0" descr="img_projection_sub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005840"/>
            <a:ext cx="502920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9728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80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a₁=(1,0,0), a₂=(0,1,0) span the xy-plane. b=(2,3,5).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point is obvious by inspection: (2,3,0) — just drop the z-coordinate.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611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(0,0,5). Check against BOTH directions: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residual·a₁ = 0, residual·a₂ = 0 — orthogonal to every vector in the subspace, not just one. Deliberately easy, before it gets hard.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Subspace — the easy case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Need to Check Every One?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plane also contains diagonal directions — a₁+a₂, 3a₁−a₂, infinitely many we never checked.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residual automatically orthogonal to those too, or would we need to check every single one separately?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genuinely non-obvious the first time — guess before the reveal.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Subspace — guess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 Falls Out of the Argument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42416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diagonal direction is c₁a₁+c₂a₂. residual·(c₁a₁+c₂a₂) = c₁(residual·a₁) + c₂(residual·a₂) = 0 — true no matter what c₁,c₂ are. Checking a small spanning set is enough to guarantee the whole subspace.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042416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a₁,a₂ as columns of A. “c₁(r·a₁)+c₂(r·a₂)=0 for every c₁,c₂” is exactly Aᵀ(residual) = 0: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Aᵀ(b−Ax̂) = 0   →   AᵀAx̂ = Aᵀb   →   x̂ = (AᵀA)⁻¹Aᵀb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derivation as before, just written for p directions instead of one. Nothing new was proven.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10424160" cy="1234440"/>
          </a:xfrm>
          <a:prstGeom prst="roundRect">
            <a:avLst>
              <a:gd name="adj" fmla="val 7407"/>
            </a:avLst>
          </a:prstGeom>
          <a:solidFill>
            <a:srgbClr val="FCEFD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1206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fact worth saying unprompted: the shortest distance from a point to a subspace is always along the perpendicular — any other path could be shortened by sliding toward 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Subspace — the formula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Loop From Two Sessions Ago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</a:t>
            </a:r>
            <a:pPr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A)</a:t>
            </a:r>
            <a:pPr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only works if A</a:t>
            </a:r>
            <a:pPr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can be inverted.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a matrix fail to be invertible — what did we call that, two sessions ago?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room connect it: AᵀA is invertible exactly when A has full column rank.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closing the loop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Map, Not a Syllabus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rank(A) &lt; number of columns, AᵀA is singular and there's no unique x̂ — the Session 2 question closes right 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4241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and SVD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205740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“find the best-fitting subspace” rather than projecting onto one already chosen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04241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204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Gram–Schmidt and QR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35661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convenient (orthonormal) basis for a subspace — the optional deep-dive, next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04241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29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regression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507492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this exact formula when AᵀA is singular or near-singular, instead of requiring full rank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restrained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DEEP DIVE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Worth Actually Proving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gating — a bonus sessional-exam question at most, never load-bearing for the grade.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04241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two dot-product formulas are actually equal (chunk 2's promise, delivered)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 of cosines:  ‖u−w‖² = ‖u‖² + ‖w‖² − 2‖u‖‖w‖cosθ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Algebraic expansion: ‖u−w‖² = (u−w)·(u−w) = ‖u‖² − 2u·w + ‖w‖²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equal, cancel ‖u‖²+‖w‖², divide by −2:  u·w = ‖u‖‖w‖cosθ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 — short enough to include even when time is tight.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0424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54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Gram-Schmidt, gestured at — not derived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general recipe for building an orthogonal basis out of any set of vectors.” MML §3.5 (same notation, better for “why”) or VMLS §5.3–5.4 (more computational, better for “how”) — pick the one that fits, don't derive it live.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deep-dive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(10 min)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a projection and residual by hand, for a new a and b.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is the residual really orthogonal to a?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0" y="137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761">
                    <a:alpha val="7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Quiz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424160" cy="3840480"/>
          </a:xfrm>
          <a:prstGeom prst="roundRect">
            <a:avLst>
              <a:gd name="adj" fmla="val 2381"/>
            </a:avLst>
          </a:prstGeom>
          <a:solidFill>
            <a:srgbClr val="FCEFD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1 covers the whole Linear Algebra block — all three sessions plus Modules 3 and 4 — not this week in isolation.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quiz won't exist until Module 4 lands. This week's material — and this week's notebook — are for building vocabulary, not for cramming ahead of a quiz that isn't ready yet.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0" y="-2743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Decompositions (SVD / PCA)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tells you the real complexity — SVD turns that into the actual machinery behind the Day 1 compression demo.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applies today's derivation to Ax=b and regression — not a re-derivation, an application.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notebook: the projection derivation worked interactively, a real-data (Iris) projection plotted, and last session's rank-deficiency demo — in R and Python.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2, Session 3 — Orthogonality &amp;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 — jump here if a specific word is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 product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u·w = Σuᵢwᵢ, algebraically; ‖u‖‖w‖cosθ, geometrically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Orthogonal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185623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[dot product] = 0 — perpendicular, no overlapping information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38658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0" y="238658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linear combinations of a set of vectors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Subspace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91693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[span], named as a place — everything a direction set can reach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4472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57600" y="34472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in a subspace closest to a given vector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3977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[vector] − [projection] — always orthogonal to the subspace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5079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equations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0" y="450799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AᵀAx̂ = Aᵀb, whose solution gives the projection's coefficients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03834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Orthonormal basis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0" y="503834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[basis] + [orthogonal], with length 1 added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5686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Gram–Schmidt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57600" y="556869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orthonormal basis from any set of vectors (named, not derived)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 — restate, don't re-derive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4241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u·w = 0 ⇔ u and w are orthogonal.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0424160" cy="1737360"/>
          </a:xfrm>
          <a:prstGeom prst="roundRect">
            <a:avLst>
              <a:gd name="adj" fmla="val 5263"/>
            </a:avLst>
          </a:prstGeom>
          <a:solidFill>
            <a:srgbClr val="FCEFD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point in a subspace to b is characterized by one condition: the residual is orthogonal to every vector in the subspace. The shortest distance to a subspace is always along the perpendicular.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424160" cy="1463040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93776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projection formula: x̂ = (AᵀA)⁻¹Aᵀb, valid whenever A has full column rank.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2026-08-31T00:11:25Z</dcterms:created>
  <dcterms:modified xsi:type="dcterms:W3CDTF">2026-08-31T00:11:25Z</dcterms:modified>
</cp:coreProperties>
</file>