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61120" y="347472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3 OF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SVD Delivers: Matrix Approximation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SVD: Compression, Structure &amp; Limits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Foundations for Data Science &amp; Computational Intelligence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Mohsin Raza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4356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2640" y="14356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21284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SVD &amp; Eckart-Young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92640" y="22128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99008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Compression &amp; Choosing 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92640" y="29900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76732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Demo: Document-Term Matrix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92640" y="376732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54456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Framing &amp; Limitations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92640" y="454456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303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5321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&amp; Bridge to Session 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92640" y="53218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3 — SVD Delivers: Matrix Approximation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So Far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FA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SVD exists for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matrix — no exceptions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840480" y="28803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FA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297680" y="22860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29718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SVD gives the best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rank-k approximation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498080" y="28803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FA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955280" y="22860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FA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38160" y="29718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PCA: the most common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of exactly this idea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" y="461772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spent last session proving SVD always exists. Today: why truncating it gives the best possible low-rank approximation — best in reconstruction error, for a given rank k.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3 — SVD Delivers: Matrix Approximation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We Just... Drop the Small Ones?</a:t>
            </a:r>
            <a:endParaRPr lang="en-US" sz="3000" dirty="0"/>
          </a:p>
        </p:txBody>
      </p:sp>
      <p:pic>
        <p:nvPicPr>
          <p:cNvPr id="4" name="Image 0" descr="assets/singular_value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00200"/>
            <a:ext cx="978408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3949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singular values are always ≥ 0, ordered largest to smallest. If most of them are tiny — what happens if we just drop them, and keep only the top k?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3 — SVD Delivers: Matrix Approximation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32720" y="512064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>
                    <a:alpha val="1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Truncated SVD</a:t>
            </a:r>
            <a:endParaRPr lang="en-US" sz="3000" dirty="0"/>
          </a:p>
        </p:txBody>
      </p:sp>
      <p:pic>
        <p:nvPicPr>
          <p:cNvPr id="4" name="Image 0" descr="assets/truncated_svd_di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868680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0233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the first k columns of U, the first k singular values of Σ, and the first k rows of Vᵀ. Throw the rest away.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2960" y="5120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(m×k)(k×k)(k×n) multiplies out to m×n — same shape as A.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3 — SVD Delivers: Matrix Approximation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This the Best We Can Do?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 w="15875">
            <a:solidFill>
              <a:srgbClr val="8FA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all possible rank-k matrices — not just truncated SVD — which one gets closest to A?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provably is the best </a:t>
            </a:r>
            <a:pPr indent="0" marL="0">
              <a:buNone/>
            </a:pPr>
            <a:r>
              <a:rPr lang="en-US" sz="16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among all rank-k approximations, in both the Frobenius and spectral norms. This is the Eckart-Young theorem.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is short and elegant, but not required here — it's in the backup slides, and might show up as an optional sessional bonus question. Never load-bearing.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3 — SVD Delivers: Matrix Approximation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Compression via Truncated SVD</a:t>
            </a:r>
            <a:endParaRPr lang="en-US" sz="3000" dirty="0"/>
          </a:p>
        </p:txBody>
      </p:sp>
      <p:pic>
        <p:nvPicPr>
          <p:cNvPr id="4" name="Image 0" descr="assets/image_comp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08760"/>
            <a:ext cx="11430000" cy="2880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26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actual Day 1 photo. </a:t>
            </a:r>
            <a:pPr indent="0" marL="0">
              <a:buNone/>
            </a:pPr>
            <a:r>
              <a:rPr lang="en-US" sz="14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in Aₖ = UₖΣₖVₖᵀ is exactly this k. The energy percentages above each panel are computed live, directly from this image's own singular values — not asserted from memory. "Energy" = sum of squared singular values, top k over all.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52578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how fast this saturates: </a:t>
            </a:r>
            <a:pPr indent="0" marL="0">
              <a:buNone/>
            </a:pPr>
            <a:r>
              <a:rPr lang="en-US" sz="14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k=5 already captures 93.8% of the energy — real photographs tend to be very low-rank in exactly this way, which is precisely why this compression trick works so well on them. Eckart-Young guarantees this is the best possible rank-k approximation of this image, for every k shown.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3 — SVD Delivers: Matrix Approximation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Quantifying the Compression</a:t>
            </a:r>
            <a:endParaRPr lang="en-US" sz="3000" dirty="0"/>
          </a:p>
        </p:txBody>
      </p:sp>
      <p:pic>
        <p:nvPicPr>
          <p:cNvPr id="3" name="Image 0" descr="assets/storage_m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91640"/>
            <a:ext cx="8778240" cy="2880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489204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comparison in number of values, not bytes. If the original is stored as uint8 and the SVD factors as float32, actual byte-level savings differ from this ratio.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3 — SVD Delivers: Matrix Approximation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YOU'LL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You Actually Choose k?</a:t>
            </a:r>
            <a:endParaRPr lang="en-US" sz="3000" dirty="0"/>
          </a:p>
        </p:txBody>
      </p:sp>
      <p:pic>
        <p:nvPicPr>
          <p:cNvPr id="4" name="Image 0" descr="assets/cumulative_energy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0" y="1554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Cumulative energy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315200" y="19202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k where the curve crosses a target, e.g. 90% or 95%.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0" y="26060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Elbow method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0" y="29718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where the curve visibly flattens — in this photo, the marginal gain is already small by k≈20–50, which is exactly why k=50 looked so good on the previous slide.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0" y="36576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constraints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5200" y="402336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budget, latency, or a required compression ratio can set k directly.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0" y="47091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vs. compression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315200" y="50749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k = more compression, more reconstruction error. There's no free lunch — pick the tradeoff that fits the task.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3 — SVD Delivers: Matrix Approximation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Data, Same Math</a:t>
            </a:r>
            <a:endParaRPr lang="en-US" sz="3000" dirty="0"/>
          </a:p>
        </p:txBody>
      </p:sp>
      <p:pic>
        <p:nvPicPr>
          <p:cNvPr id="4" name="Image 0" descr="assets/doc_term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645920"/>
            <a:ext cx="768096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577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operation, completely different data type. SVD doesn't know or care whether the columns are pixels or word counts.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3 — SVD Delivers: Matrix Approximation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DEMO, CONTINUED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SVD Finds the Topics</a:t>
            </a:r>
            <a:endParaRPr lang="en-US" sz="3000" dirty="0"/>
          </a:p>
        </p:txBody>
      </p:sp>
      <p:pic>
        <p:nvPicPr>
          <p:cNvPr id="4" name="Image 0" descr="assets/doc_term_svd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1124712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029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singular vectors group documents by topic; right singular vectors group words by topic — no topic labels ever given to the algorithm.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56235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caveats worth knowing: </a:t>
            </a:r>
            <a:pPr indent="0" marL="0">
              <a:buNone/>
            </a:pPr>
            <a:r>
              <a:rPr lang="en-US" sz="1200" i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counts are fine for this toy demo, but real systems usually preprocess first (TF-IDF, stopword removal, normalization) — raw counts alone often give mediocre topics at real scale. Also, singular vectors have a sign ambiguity: flipping every sign in a component (v → −v, u → −u together) doesn't change the reconstruction, so don't read meaning into which side of zero a point lands on, only its grouping with others.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3 — SVD Delivers: Matrix Approximation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FRAMING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Shows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F4F6FB"/>
          </a:solidFill>
          <a:ln w="12700">
            <a:solidFill>
              <a:srgbClr val="8FA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20116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Denoising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signal from noise by keeping only high-singular-value structure.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F4F6FB"/>
          </a:solidFill>
          <a:ln w="12700">
            <a:solidFill>
              <a:srgbClr val="8FA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23560" y="20116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80560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Imaging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26280" y="3566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MRI/CT reconstruction and compression via low-rank structure.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F4F6FB"/>
          </a:solidFill>
          <a:ln w="12700">
            <a:solidFill>
              <a:srgbClr val="8FA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20116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183880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Genomics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0" y="3566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Gene-expression matrices (genes × samples) summarized by dominant components.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834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structure is signal; the discarded components are noise or redundancy.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3 — SVD Delivers: Matrix Approximation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Low-Rank SVD Isn't Enough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019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Assumes linear structure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59152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only finds linear combinations. Genuinely nonlinear structure (e.g. a spiral) won't compress well no matter the choice of 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019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at scale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359152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a full SVD is expensive for very large matrices — real systems use randomized or truncated algorithms, not the textbook computation.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9593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can be hard to interpret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416552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document-term demo's topics were readable by design. Real singular vectors are often dense, signed combinations that resist a clean one-line story.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7947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9593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data needs care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416552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SVD assumes a complete matrix. Missing entries (common in real recommender data) need specialized methods, not naive SVD.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3 — SVD Delivers: Matrix Approximation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61120" y="347472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— CLOSE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9326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SVD gives the best rank-k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approximation of any matrix.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a very specific, very common use of exactly this idea — reducing messy, high-dimensional data down to the few directions that actually explain what's going on. That's PCA.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is just SVD on centered data — same math, one preprocessing step.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MML §4.5 (remainder), §4.6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Eckart-Young Theorem, Stated</a:t>
            </a:r>
            <a:endParaRPr lang="en-US" sz="2700" dirty="0"/>
          </a:p>
        </p:txBody>
      </p:sp>
      <p:pic>
        <p:nvPicPr>
          <p:cNvPr id="4" name="Image 0" descr="assets/eckart_yo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737360"/>
            <a:ext cx="9235440" cy="2331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297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rank-k approximation of A, in both Frobenius and spectral norm, among ALL rank-k matrices, is the truncated SVD Aₖ — and the leftover error is exactly determined by the singular values you dropped. Full proof sketch on the board if a student wants it — short and elegant, but never required.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3 — SVD Delivers: Matrix Approximation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Truncation Error Shrinking</a:t>
            </a:r>
            <a:endParaRPr lang="en-US" sz="2700" dirty="0"/>
          </a:p>
        </p:txBody>
      </p:sp>
      <p:pic>
        <p:nvPicPr>
          <p:cNvPr id="4" name="Image 0" descr="assets/truncation_error_wor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371600"/>
            <a:ext cx="61264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3 — SVD Delivers: Matrix Approximation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Arithmetic Behind the Compression Claim</a:t>
            </a:r>
            <a:endParaRPr lang="en-US" sz="2700" dirty="0"/>
          </a:p>
        </p:txBody>
      </p:sp>
      <p:pic>
        <p:nvPicPr>
          <p:cNvPr id="4" name="Image 0" descr="assets/storage_m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828800"/>
            <a:ext cx="923544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numbers as slide 8, spelled out again here for a student who wants to work through the arithmetic themselves without the slide moving on.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3 — SVD Delivers: Matrix Approximation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Session 3</dc:title>
  <dc:subject/>
  <dc:creator>Mohsin Raza</dc:creator>
  <cp:lastModifiedBy>Mohsin Raza</cp:lastModifiedBy>
  <cp:revision>1</cp:revision>
  <dcterms:created xsi:type="dcterms:W3CDTF">2026-09-15T11:47:38Z</dcterms:created>
  <dcterms:modified xsi:type="dcterms:W3CDTF">2026-09-15T11:47:38Z</dcterms:modified>
  <dc:description/>
  <cp:keywords/>
</cp:coreProperties>
</file>