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-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OF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 &amp; Rank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matrix does, and how much of it is actually new information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 Before We Build on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session: vectors &amp; norms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as list / point / arrow. Linear combinations — weighted sums of vectors. A basis: the smallest set of vectors that builds everything else.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basis idea is the one piece today actually depends on — not vectors or norms in general.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matrices, for the first time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26480" y="21945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as a function that moves vectors. Then: how many of a matrix's rows or columns are actually new information, versus redundant.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26480" y="39319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fresh, disconnected topic — each piece today answers a question the previous one raises.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Answer (12, 23)?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[[2, 1], [3, 4]],  v = (5, 2) — the exact example from the diagnostic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by row: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1: (2)(5) + (1)(2) = 12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2: (3)(5) + (4)(2) = 23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by design — the point isn't the arithmetic. What just happened: a matrix took a vector in and gave a different vector out. Av is a function applied to v, the same object as f: ℝⁿ → ℝᵐ from Day 1.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10312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what that function looks like written down.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the mechanics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Way to See the Same Answer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 columns are (2, 3) and (1, 4). v = (5, 2) says “5 of the first, 2 of the second.”</a:t>
            </a:r>
            <a:endParaRPr lang="en-US" sz="1350" dirty="0"/>
          </a:p>
        </p:txBody>
      </p:sp>
      <p:pic>
        <p:nvPicPr>
          <p:cNvPr id="5" name="Image 0" descr="img_column_pi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448056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5486400" cy="3017520"/>
          </a:xfrm>
          <a:prstGeom prst="roundRect">
            <a:avLst>
              <a:gd name="adj" fmla="val 3030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91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 is a linear combination of A's columns, weighted by v's entries.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Xw = w₁x₁ + w₂x₂ + ⋯ + wₚxₚ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“weighted sum of vectors” idea from Session 1, doing real work for the first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66344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8463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space: every output Av could possibly produce, over all v — every combination A's columns can build.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6080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bold amber arrow is the answer — the two thin ones are just the ingredients that build it.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the column picture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Coincidence, or Not?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A's columns: col₁ = (2,3), col₂ = (1,4). We already know Av = (12, 23) for v = (5, 2) = 5e₁ + 2e₂.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get computing 5(Ae₁) + 2(Ae₂) directly? Same answer — coincidence, or does this always work?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it, then guess whether it's guaranteed.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guess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“Linear” Actually Means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5(Ae₁) + 2(Ae₂) = 5(2,3) + 2(1,4) = (10,15)+(2,8) = (12,23) — same as Av. Always, for every matrix and input.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Additivity: A(u+w) = Au+Aw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Homogeneity: A(cu) = cAu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A(c₁u + c₂w) = c₁Au + c₂Aw — a combination of inputs maps to the same combination of outputs.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— not “a grid of numbers” — is what a linear transformation actually 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6002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function qualifies: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2402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f(v) = v + (1,1), a shift.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f(u)+f(w) = u+w+(2,2)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f(u+w) = u+w+(1,1)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3337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— a shift breaks additivity. “Simple” and “linear” aren't synonyms.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40690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at work: every NN layer is linear (matrix multiply) + a nonlinear activation. Stack linear layers alone and they collapse into one — the nonlinearity is the entire reason depth adds anything.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linearity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It First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[ cos45°  −sin45° ]        ≈ [ 0.71  −0.71 ]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 sin45°   cos45° ]              [ 0.71   0.71 ]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 apply this matrix to every point of a square, what do you picture happening — bigger, smaller, tilted, stretched?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before the next slide.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guess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Shape, Just Turned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Linearity, doing work again: a straight edge is a combination of its two endpoints, so it has to map to a straight edge. Checking the 4 corners — (0,0), (1,0), (1,1), (0,1) — is enough to draw the whole shape.</a:t>
            </a:r>
            <a:endParaRPr lang="en-US" sz="1250" dirty="0"/>
          </a:p>
        </p:txBody>
      </p:sp>
      <p:pic>
        <p:nvPicPr>
          <p:cNvPr id="5" name="Image 0" descr="img_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92354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37760"/>
            <a:ext cx="10424160" cy="1280160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120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Composition, briefly: rotate then scale is a single matrix, SR — “apply one transformation, then another,” not a new rule. Order matters (SR ≠ RS in general).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what it means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Multiplication &amp; Transpose — Mechanics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multiplication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dimensions must match: (m×n)(n×p) → (m×p). Beyond 2×2, so the rule isn't just a square-matrix habit: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2 0]   [2 0]     [4 6]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 1 4] × [1 3]  =  [7 7]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[0 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(2×3) × (3×2) → (2×2)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128016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Transpose (A</a:t>
            </a:r>
            <a:pPr indent="0" marL="0">
              <a:buNone/>
            </a:pPr>
            <a:r>
              <a:rPr lang="en-US" sz="1600" b="1" baseline="3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across the diagonal — rows become columns: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2 3]^T    [1 4]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 5 6]   =  [2 5]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[3 6]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bookkeeping — A</a:t>
            </a:r>
            <a:pPr indent="0" marL="0">
              <a:buNone/>
            </a:pPr>
            <a:r>
              <a:rPr lang="en-US" sz="1200" baseline="300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shows up constantly once we reach gradients (Module 5) and normal equations (Module 4).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operations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TODAY: WHAT A MATRIX DOES. NOW: WHAT IT LOSES.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Add Anything New?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v₁ = (1, 2), v₂ = (2, 4). Does v₂ give you a genuinely new direction, or could you have built it from v₁ alone?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Then: v₁ = (1, 2), v₃ = (3, 1). Same test — can v₃ be built from v₁ alone this time?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both before the reveal.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guess 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Independence, Tested Not Told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v₁ = (1,2), v₂ = (2,4)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(2,4) = 2·(1,2) — yes, c = 2 works.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— v₂ adds nothing v₁ didn't already give you.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3716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CEFDD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v₁ = (1,2), v₃ = (3,1)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need c=3 and c=0.5 at once — no single c works.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— a genuinely new direction.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rule, now earned: a set is linearly dependent exactly when one vector can be written as a combination of the others.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independence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= Dimension of the Column 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4241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5331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Session 1: a basis is a minimal set of vectors that builds everything through linear combinations — dimension is just how many vectors that takes.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4241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(2,4) and (1,2): column 2 = ½ × column 1 — same dependent relationship, relabeled.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columns, but a basis for what they span needs only 1 vector — rank 1, even though it's a 2×2 matrix.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0424160" cy="1965960"/>
          </a:xfrm>
          <a:prstGeom prst="roundRect">
            <a:avLst>
              <a:gd name="adj" fmla="val 4651"/>
            </a:avLst>
          </a:prstGeom>
          <a:solidFill>
            <a:srgbClr val="FCEFD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793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real misconception here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on the diagnostic thought rank-deficient meant “not square.” A non-square matrix (say 2×3) can be full rank; shape was never the test — independence always was.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the definition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Rank Matters, Three Places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(SVD)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5544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1 compression demo, properly explained — an image “looks” like it needs 768 numbers per column, but its effective rank is far lower.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(today's notebook)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1089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“composite score” column built from existing columns adds a column but zero rank. The real-data name for this: multicollinearity.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FCEFD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promise, not yet proved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46634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model needs X^T X to be invertible — and X^T X is invertible exactly when X has full column rank. Why? Next session.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why it matters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You See 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[ 2  1 ]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[ 4  2 ]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matrix as a moment ago — row 2 = 2 × row 1, rank 1.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 multiply every point of a square by M, what happens to the square's shape?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guesses: shrinks, gets smaller, skewed. Check the next slide.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guess 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Flattened, Not Shrunk</a:t>
            </a:r>
            <a:endParaRPr lang="en-US" sz="2700" dirty="0"/>
          </a:p>
        </p:txBody>
      </p:sp>
      <p:pic>
        <p:nvPicPr>
          <p:cNvPr id="4" name="Image 0" descr="img_colla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051560"/>
            <a:ext cx="92354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46320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02920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2-dimensional shape reduced to 1 dimension — and it's not reversible by multiplying by anything else. This is why Ax = b sometimes has no clean solution, and why least squares exists.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the collapse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-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Orthogonality &amp; Projection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rigor — the one session we don't compress, even if time runs short elsewhere. Introduces the dot product for the first time, building on Session 1's norms and today's independence ideas.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notebook: matrix-as-transformation and rank-deficiency demos, now with the column picture and linearity checks added — in R and Python.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2 — Matrices &amp; Rank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 — jump here if a specific word is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maps a vector to a vector, via Av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transformation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matrix represents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3865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space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3865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output Av can produce, over all 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Linearly dependent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29169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= a combination of the others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447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Linearly independent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44728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can be built from the others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4720" y="3977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 of a matrix's column space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507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Rank-deficient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less than the max possible for its size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038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Multicollinearity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74720" y="50383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real-data name for rank-deficiency in features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5686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Singular matrix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74720" y="556869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 matrix with no inverse (not full rank)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— restate, don't re-derive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424160" cy="1463040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= a linear combination of A's columns, weighted by v's entries: Xw = w₁x₁ + ⋯ + wₚxₚ.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0424160" cy="1280160"/>
          </a:xfrm>
          <a:prstGeom prst="roundRect">
            <a:avLst>
              <a:gd name="adj" fmla="val 7143"/>
            </a:avLst>
          </a:prstGeom>
          <a:solidFill>
            <a:srgbClr val="FCEFD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rank(A) = dimension of A's column space.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042416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72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vectors is linearly dependent iff one can be written as a combination of the others. A^T A is invertible iff A has full column rank.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2026-08-27T11:49:55Z</dcterms:created>
  <dcterms:modified xsi:type="dcterms:W3CDTF">2026-08-27T11:49:55Z</dcterms:modified>
</cp:coreProperties>
</file>